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6400800" cy="6400800"/>
          </a:xfrm>
          <a:prstGeom prst="ellipse">
            <a:avLst/>
          </a:prstGeom>
          <a:solidFill>
            <a:srgbClr val="2F6FE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8FD8FF">
              <a:alpha val="7000"/>
            </a:srgbClr>
          </a:solidFill>
          <a:ln/>
        </p:spPr>
      </p:sp>
      <p:pic>
        <p:nvPicPr>
          <p:cNvPr id="4" name="Image 0" descr="/home/claude/deck/assets/logo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457200"/>
            <a:ext cx="1691640" cy="1828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GEOBEES LABS  ·  OPEN SOURCE  ·  v1.0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22960" y="1463040"/>
            <a:ext cx="118872" cy="118872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9202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pPr indent="0" marL="0">
              <a:buNone/>
            </a:pPr>
            <a:r>
              <a:rPr lang="en-US" sz="7200" b="1" i="1" dirty="0">
                <a:solidFill>
                  <a:srgbClr val="8FD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</a:t>
            </a:r>
            <a:pPr indent="0" marL="0">
              <a:buNone/>
            </a:pPr>
            <a:r>
              <a:rPr lang="en-US" sz="72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FD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any video into an archive of the moments worth keeping.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160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browser-based tool that watches a video for still frames — diagram cards, slides, static panels — and captures each one automatically. No installs, no uploads, no server: everything runs on-device.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822960" y="534924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4406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Client-side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383280" y="534924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54406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5943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formats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943600" y="534924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26480" y="54406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5943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Servers required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video, unreachable notes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and technical videos pack real information into static cards — diagrams, formulas, labeled panels — that sit on screen for a few seconds and then are gone. Right now, capturing them means pausing, screenshotting, cropping, and renaming, one frame at a time.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346704"/>
            <a:ext cx="128016" cy="12801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18211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Tedious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9300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pause-and-screenshot for every card in a long video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215384"/>
            <a:ext cx="128016" cy="12801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0507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Untraceable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616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lose their timestamp — no way back to the source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5084064"/>
            <a:ext cx="128016" cy="12801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91947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Unsearchable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303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of images has no text to search or reference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40880" y="1417320"/>
            <a:ext cx="4617720" cy="4892040"/>
          </a:xfrm>
          <a:prstGeom prst="roundRect">
            <a:avLst>
              <a:gd name="adj" fmla="val 1584"/>
            </a:avLst>
          </a:prstGeom>
          <a:solidFill>
            <a:srgbClr val="F3F5F8"/>
          </a:solidFill>
          <a:ln w="12700">
            <a:solidFill>
              <a:srgbClr val="E1E6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87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OLD WAY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60920" y="2148840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6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09560" y="22402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the video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60920" y="2843784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6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29352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screenshot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360920" y="3538728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6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0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909560" y="36301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the frame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60920" y="4233672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6E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09560" y="43251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the file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360920" y="4928616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6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808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909560" y="50200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for every card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360920" y="5623560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6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98080" y="5724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C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09560" y="5715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...for a 40-minute video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pipeline, entirely in your browser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960120" cy="960120"/>
          </a:xfrm>
          <a:prstGeom prst="ellipse">
            <a:avLst/>
          </a:prstGeom>
          <a:solidFill>
            <a:srgbClr val="16223A"/>
          </a:solidFill>
          <a:ln/>
        </p:spPr>
      </p:sp>
      <p:pic>
        <p:nvPicPr>
          <p:cNvPr id="5" name="Image 0" descr="/home/claude/deck/icons/fil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670" y="3074670"/>
            <a:ext cx="480060" cy="4800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34640"/>
            <a:ext cx="960120" cy="960120"/>
          </a:xfrm>
          <a:prstGeom prst="ellipse">
            <a:avLst/>
          </a:prstGeom>
          <a:ln w="19050">
            <a:solidFill>
              <a:srgbClr val="22345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" y="39593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 video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-45720" y="445312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locally via the File API — never leaves the device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554480" y="3314700"/>
            <a:ext cx="1161288" cy="0"/>
          </a:xfrm>
          <a:prstGeom prst="line">
            <a:avLst/>
          </a:prstGeom>
          <a:noFill/>
          <a:ln w="19050">
            <a:solidFill>
              <a:srgbClr val="223454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761488" y="2834640"/>
            <a:ext cx="960120" cy="960120"/>
          </a:xfrm>
          <a:prstGeom prst="ellipse">
            <a:avLst/>
          </a:prstGeom>
          <a:solidFill>
            <a:srgbClr val="16223A"/>
          </a:solidFill>
          <a:ln/>
        </p:spPr>
      </p:sp>
      <p:pic>
        <p:nvPicPr>
          <p:cNvPr id="11" name="Image 1" descr="/home/claude/deck/icons/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518" y="3074670"/>
            <a:ext cx="480060" cy="4800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61488" y="2834640"/>
            <a:ext cx="960120" cy="960120"/>
          </a:xfrm>
          <a:prstGeom prst="ellipse">
            <a:avLst/>
          </a:prstGeom>
          <a:ln w="19050">
            <a:solidFill>
              <a:srgbClr val="22345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258568" y="39593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the frame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167128" y="445312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at a set interval against the last capture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767328" y="3314700"/>
            <a:ext cx="1161288" cy="0"/>
          </a:xfrm>
          <a:prstGeom prst="line">
            <a:avLst/>
          </a:prstGeom>
          <a:noFill/>
          <a:ln w="19050">
            <a:solidFill>
              <a:srgbClr val="223454"/>
            </a:solidFill>
            <a:prstDash val="dash"/>
          </a:ln>
        </p:spPr>
      </p:sp>
      <p:sp>
        <p:nvSpPr>
          <p:cNvPr id="16" name="Shape 12"/>
          <p:cNvSpPr/>
          <p:nvPr/>
        </p:nvSpPr>
        <p:spPr>
          <a:xfrm>
            <a:off x="4974336" y="2834640"/>
            <a:ext cx="960120" cy="960120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17" name="Image 2" descr="/home/claude/deck/icons/scisso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366" y="3074670"/>
            <a:ext cx="480060" cy="48006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974336" y="2834640"/>
            <a:ext cx="960120" cy="960120"/>
          </a:xfrm>
          <a:prstGeom prst="ellipse">
            <a:avLst/>
          </a:prstGeom>
          <a:ln w="19050">
            <a:solidFill>
              <a:srgbClr val="8FD8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471416" y="39593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stillness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379976" y="445312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counts once it holds steady long enough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980176" y="3314700"/>
            <a:ext cx="1161288" cy="0"/>
          </a:xfrm>
          <a:prstGeom prst="line">
            <a:avLst/>
          </a:prstGeom>
          <a:noFill/>
          <a:ln w="19050">
            <a:solidFill>
              <a:srgbClr val="223454"/>
            </a:solidFill>
            <a:prstDash val="dash"/>
          </a:ln>
        </p:spPr>
      </p:sp>
      <p:sp>
        <p:nvSpPr>
          <p:cNvPr id="22" name="Shape 17"/>
          <p:cNvSpPr/>
          <p:nvPr/>
        </p:nvSpPr>
        <p:spPr>
          <a:xfrm>
            <a:off x="7187184" y="2834640"/>
            <a:ext cx="960120" cy="960120"/>
          </a:xfrm>
          <a:prstGeom prst="ellipse">
            <a:avLst/>
          </a:prstGeom>
          <a:solidFill>
            <a:srgbClr val="16223A"/>
          </a:solidFill>
          <a:ln/>
        </p:spPr>
      </p:sp>
      <p:pic>
        <p:nvPicPr>
          <p:cNvPr id="23" name="Image 3" descr="/home/claude/deck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7214" y="3074670"/>
            <a:ext cx="480060" cy="48006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7187184" y="2834640"/>
            <a:ext cx="960120" cy="960120"/>
          </a:xfrm>
          <a:prstGeom prst="ellipse">
            <a:avLst/>
          </a:prstGeom>
          <a:ln w="19050">
            <a:solidFill>
              <a:srgbClr val="223454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684264" y="39593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card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592824" y="445312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De-duplicated against everything already found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193024" y="3314700"/>
            <a:ext cx="1161288" cy="0"/>
          </a:xfrm>
          <a:prstGeom prst="line">
            <a:avLst/>
          </a:prstGeom>
          <a:noFill/>
          <a:ln w="19050">
            <a:solidFill>
              <a:srgbClr val="223454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9400032" y="2834640"/>
            <a:ext cx="960120" cy="960120"/>
          </a:xfrm>
          <a:prstGeom prst="ellipse">
            <a:avLst/>
          </a:prstGeom>
          <a:solidFill>
            <a:srgbClr val="16223A"/>
          </a:solidFill>
          <a:ln/>
        </p:spPr>
      </p:sp>
      <p:pic>
        <p:nvPicPr>
          <p:cNvPr id="29" name="Image 4" descr="/home/claude/deck/icons/downlo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62" y="3074670"/>
            <a:ext cx="480060" cy="48006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400032" y="2834640"/>
            <a:ext cx="960120" cy="960120"/>
          </a:xfrm>
          <a:prstGeom prst="ellipse">
            <a:avLst/>
          </a:prstGeom>
          <a:ln w="19050">
            <a:solidFill>
              <a:srgbClr val="223454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897112" y="39593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8805672" y="445312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Images, a searchable PDF, or straight to a folder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822960" y="52120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8FD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sliders — sample rate, hold time, sensitivity — tune the detector to a slow lecture-style deck or a fast-cut tutorial without touching a line of code.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SET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real archival work, not just screenshots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148840"/>
          </a:xfrm>
          <a:prstGeom prst="roundRect">
            <a:avLst>
              <a:gd name="adj" fmla="val 3830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92808"/>
            <a:ext cx="566928" cy="56692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6" name="Image 0" descr="/home/claude/deck/icons/sli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2034540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Tunable detection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3522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rate, hold time, and sensitivity adjust to any pacing of video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19272" y="1691640"/>
            <a:ext cx="2606040" cy="2148840"/>
          </a:xfrm>
          <a:prstGeom prst="roundRect">
            <a:avLst>
              <a:gd name="adj" fmla="val 3830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892808"/>
            <a:ext cx="566928" cy="56692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11" name="Image 1" descr="/home/claude/deck/icons/scisso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172" y="2034540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02152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capture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3502152" y="293522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Scrub the video and grab any frame the auto-scan misses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691640"/>
            <a:ext cx="2606040" cy="2148840"/>
          </a:xfrm>
          <a:prstGeom prst="roundRect">
            <a:avLst>
              <a:gd name="adj" fmla="val 3830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91072" y="1892808"/>
            <a:ext cx="566928" cy="56692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16" name="Image 2" descr="/home/claude/deck/icons/typ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4" y="2034540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2784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272784" y="293522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card's text is read locally and saved alongside the image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860536" y="1691640"/>
            <a:ext cx="2606040" cy="2148840"/>
          </a:xfrm>
          <a:prstGeom prst="roundRect">
            <a:avLst>
              <a:gd name="adj" fmla="val 3830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061704" y="1892808"/>
            <a:ext cx="566928" cy="56692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21" name="Image 3" descr="/home/claude/deck/icons/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3436" y="2034540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43416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queue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9043416" y="293522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several videos at once; each is scanned in turn automatically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041648"/>
            <a:ext cx="2606040" cy="2148840"/>
          </a:xfrm>
          <a:prstGeom prst="roundRect">
            <a:avLst>
              <a:gd name="adj" fmla="val 3830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49808" y="4242816"/>
            <a:ext cx="566928" cy="56692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26" name="Image 4" descr="/home/claude/deck/icons/fold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384548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31520" y="4937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Direct-to-folder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" y="5285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straight to a chosen folder as cards are found — no zip step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3319272" y="4041648"/>
            <a:ext cx="2606040" cy="2148840"/>
          </a:xfrm>
          <a:prstGeom prst="roundRect">
            <a:avLst>
              <a:gd name="adj" fmla="val 3830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3520440" y="4242816"/>
            <a:ext cx="566928" cy="56692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31" name="Image 5" descr="/home/claude/deck/icons/filetex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2172" y="4384548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502152" y="4937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export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3502152" y="5285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collection as one document, with captions and OCR text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6089904" y="4041648"/>
            <a:ext cx="2606040" cy="2148840"/>
          </a:xfrm>
          <a:prstGeom prst="roundRect">
            <a:avLst>
              <a:gd name="adj" fmla="val 3830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291072" y="4242816"/>
            <a:ext cx="566928" cy="56692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36" name="Image 6" descr="/home/claude/deck/icons/fil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2804" y="4384548"/>
            <a:ext cx="283464" cy="28346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272784" y="4937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YouTube-friendly</a:t>
            </a:r>
            <a:endParaRPr lang="en-US" sz="1350" dirty="0"/>
          </a:p>
        </p:txBody>
      </p:sp>
      <p:sp>
        <p:nvSpPr>
          <p:cNvPr id="38" name="Text 29"/>
          <p:cNvSpPr txBox="1"/>
          <p:nvPr/>
        </p:nvSpPr>
        <p:spPr>
          <a:xfrm>
            <a:off x="6272784" y="5285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out to a downloader to save a video first, then drop it in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8860536" y="4041648"/>
            <a:ext cx="2606040" cy="2148840"/>
          </a:xfrm>
          <a:prstGeom prst="roundRect">
            <a:avLst>
              <a:gd name="adj" fmla="val 3830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9061704" y="4242816"/>
            <a:ext cx="566928" cy="56692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41" name="Image 7" descr="/home/claude/deck/icons/ey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4384548"/>
            <a:ext cx="283464" cy="28346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043416" y="4937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filters</a:t>
            </a:r>
            <a:endParaRPr lang="en-US" sz="1350" dirty="0"/>
          </a:p>
        </p:txBody>
      </p:sp>
      <p:sp>
        <p:nvSpPr>
          <p:cNvPr id="43" name="Text 33"/>
          <p:cNvSpPr txBox="1"/>
          <p:nvPr/>
        </p:nvSpPr>
        <p:spPr>
          <a:xfrm>
            <a:off x="9043416" y="5285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near-blank frames, or lock onto single-toned footage like sepia or chalkboard</a:t>
            </a:r>
            <a:endParaRPr lang="en-US" sz="1050" dirty="0"/>
          </a:p>
        </p:txBody>
      </p:sp>
      <p:sp>
        <p:nvSpPr>
          <p:cNvPr id="44" name="Text 34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controls decide what counts as a 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rate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67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0.2s – 2s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7830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the frame is checked against the last sample. Lower catches quick cuts; higher processes faster.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99232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1363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time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0.4s – 3s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182112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frame must stay visually unchanged before it is treated as a settled card rather than a mid-transition frame.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9826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5354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965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very low – very high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581144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different a new frame must look, on a downsampled pixel-diff, to be treated as genuinely new content.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0702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FA0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card is captured only once it is new (fails a similarity check) and settled (held for the full hold time) — so mid-transition frames never make it in.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FRAME-LEVEL CONTROL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an edit bay’s instincts, not just a scanner’s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658368" cy="65836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6" name="Image 0" descr="/home/claude/deck/icons/sciss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8483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 IT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In/out points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2953512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51560" y="28072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start and end point, like a rough edit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2960" y="3886200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1560" y="37398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only runs across that section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22960" y="4818888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51560" y="46725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range bar shows the selection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270248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44568" y="1920240"/>
            <a:ext cx="658368" cy="65836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17" name="Image 1" descr="/home/claude/deck/icons/stepforw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084832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67528" y="1993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THROUGH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5367528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Frame-accurate stepping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544568" y="2953512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773168" y="28072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back or forward 1 or 10 frames at a time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544568" y="3886200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773168" y="37398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own frame rate to match the footage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544568" y="4818888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773168" y="46725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exactly where you need before marking or capturing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7991856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266176" y="1920240"/>
            <a:ext cx="658368" cy="65836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28" name="Image 2" descr="/home/claude/deck/icons/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2084832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089136" y="1993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 THE CLIP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9089136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as video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8266176" y="2953512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494776" y="28072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marked section back out as its own file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8266176" y="3886200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494776" y="37398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MP4 where the browser supports it, WebM everywhere else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8266176" y="4818888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8494776" y="46725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native browser recording — no extra library required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GETTING YOUR CARDS 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leave with your collection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658368" cy="65836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6" name="Image 0" descr="/home/claude/deck/icons/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8483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FASTEST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Direct-to-folder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2953512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51560" y="28072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each card the moment it is captured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" y="3794760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1560" y="3648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 step, no waiting at the end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" y="4636008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51560" y="448970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Chromium-based browsers only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44568" y="1920240"/>
            <a:ext cx="658368" cy="65836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17" name="Image 1" descr="/home/claude/deck/icons/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084832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67528" y="1993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 PORTABLE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5367528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archive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4544568" y="2953512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773168" y="28072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PNG, JPEG, or WebP — your choice of format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544568" y="3794760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773168" y="3648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a manifest.md with timestamps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544568" y="4636008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773168" y="448970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every browser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991856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6F8FB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266176" y="1920240"/>
            <a:ext cx="658368" cy="658368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28" name="Image 2" descr="/home/claude/deck/icons/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2084832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089136" y="1993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1C4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 READABLE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9089136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PDF</a:t>
            </a:r>
            <a:endParaRPr lang="en-US" sz="1700" dirty="0"/>
          </a:p>
        </p:txBody>
      </p:sp>
      <p:sp>
        <p:nvSpPr>
          <p:cNvPr id="31" name="Shape 26"/>
          <p:cNvSpPr/>
          <p:nvPr/>
        </p:nvSpPr>
        <p:spPr>
          <a:xfrm>
            <a:off x="8266176" y="2953512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494776" y="28072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card, captioned and timestamped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8266176" y="3794760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494776" y="3648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text included beneath each image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8266176" y="4636008"/>
            <a:ext cx="91440" cy="9144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8494776" y="448970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uniform page size, never cropped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server. No upload. No install.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app is a single HTML file. Video decoding, frame sampling, image encoding, OCR, and PDF generation all happen with standard browser APIs — the video file is never transmitted anywhere.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 API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28163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sampling &amp; pixel-diff comparison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3284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System Access API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32841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Direct-to-folder writes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813048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40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IndexedDB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8404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session persistence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4325112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352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MediaRecorder API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435254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in-browser clip export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837176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8646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Tesseract.js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486460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766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JSZip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5376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archive export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861304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111A2B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888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jsPDF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880360" y="588873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Single-document PDF export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66560" y="1554480"/>
            <a:ext cx="4892040" cy="4480560"/>
          </a:xfrm>
          <a:prstGeom prst="roundRect">
            <a:avLst>
              <a:gd name="adj" fmla="val 2041"/>
            </a:avLst>
          </a:prstGeom>
          <a:solidFill>
            <a:srgbClr val="16223A"/>
          </a:solidFill>
          <a:ln w="12700">
            <a:solidFill>
              <a:srgbClr val="22345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92024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pic>
        <p:nvPicPr>
          <p:cNvPr id="28" name="Image 0" descr="/home/claude/deck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9690" y="2183130"/>
            <a:ext cx="525780" cy="52578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7086600" y="32004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architecture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7178040" y="370332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8FA0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to configure, nothing to trust — there is simply no network call in the capture pipeline for a video file to travel through.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7178040" y="5029200"/>
            <a:ext cx="4251960" cy="0"/>
          </a:xfrm>
          <a:prstGeom prst="line">
            <a:avLst/>
          </a:prstGeom>
          <a:noFill/>
          <a:ln w="12700">
            <a:solidFill>
              <a:srgbClr val="22345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78040" y="516636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CDN-loaded libraries (JSZip, Tesseract.js, jsPDF) are the only external requests the page makes.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2F6FED">
              <a:alpha val="10000"/>
            </a:srgbClr>
          </a:solidFill>
          <a:ln/>
        </p:spPr>
      </p:sp>
      <p:pic>
        <p:nvPicPr>
          <p:cNvPr id="3" name="Image 0" descr="/home/claude/deck/assets/logo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502920"/>
            <a:ext cx="1920240" cy="20756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8288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it on GitHub  ·  v1.0  ·  MIT License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pPr indent="0" marL="0">
              <a:buNone/>
            </a:pPr>
            <a:r>
              <a:rPr lang="en-US" sz="5600" b="1" i="1" dirty="0">
                <a:solidFill>
                  <a:srgbClr val="8FD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</a:t>
            </a:r>
            <a:pPr indent="0" marL="0">
              <a:buNone/>
            </a:pPr>
            <a:r>
              <a:rPr lang="en-US" sz="560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520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0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HTML file. Zero installs. Your video never leaves your browser.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4389120"/>
            <a:ext cx="502920" cy="502920"/>
          </a:xfrm>
          <a:prstGeom prst="ellipse">
            <a:avLst/>
          </a:prstGeom>
          <a:solidFill>
            <a:srgbClr val="16223A"/>
          </a:solidFill>
          <a:ln/>
        </p:spPr>
      </p:sp>
      <p:pic>
        <p:nvPicPr>
          <p:cNvPr id="8" name="Image 1" descr="/home/claude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451485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44398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.html file in any modern browser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22960" y="5047488"/>
            <a:ext cx="502920" cy="502920"/>
          </a:xfrm>
          <a:prstGeom prst="ellipse">
            <a:avLst/>
          </a:prstGeom>
          <a:solidFill>
            <a:srgbClr val="16223A"/>
          </a:solidFill>
          <a:ln/>
        </p:spPr>
      </p:sp>
      <p:pic>
        <p:nvPicPr>
          <p:cNvPr id="11" name="Image 2" descr="/home/claude/deck/icons/fil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5173218"/>
            <a:ext cx="251460" cy="2514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08760" y="51023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 video, or queue several at once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22960" y="5705856"/>
            <a:ext cx="502920" cy="502920"/>
          </a:xfrm>
          <a:prstGeom prst="ellipse">
            <a:avLst/>
          </a:prstGeom>
          <a:solidFill>
            <a:srgbClr val="16223A"/>
          </a:solidFill>
          <a:ln/>
        </p:spPr>
      </p:sp>
      <p:pic>
        <p:nvPicPr>
          <p:cNvPr id="14" name="Image 3" descr="/home/claude/deck/icons/downlo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" y="5831586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08760" y="5760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 folder, a zip, or a single PDF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822960" y="62636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Contributions, issues, and forks welcome — free and open source, for anyone.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2026-08-31T07:55:45Z</dcterms:created>
  <dcterms:modified xsi:type="dcterms:W3CDTF">2026-08-31T07:55:45Z</dcterms:modified>
</cp:coreProperties>
</file>