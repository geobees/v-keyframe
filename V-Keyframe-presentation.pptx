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6400800" cy="6400800"/>
          </a:xfrm>
          <a:prstGeom prst="ellipse">
            <a:avLst/>
          </a:prstGeom>
          <a:solidFill>
            <a:srgbClr val="2F6FE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8FD8FF">
              <a:alpha val="7000"/>
            </a:srgbClr>
          </a:solidFill>
          <a:ln/>
        </p:spPr>
      </p:sp>
      <p:pic>
        <p:nvPicPr>
          <p:cNvPr id="4" name="Image 0" descr="/home/claude/deck/assets/logo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457200"/>
            <a:ext cx="1691640" cy="1828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F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GEOBEES LABS  ·  OPEN SOURCE  ·  v1.0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22960" y="1463040"/>
            <a:ext cx="118872" cy="118872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19202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pPr indent="0" marL="0">
              <a:buNone/>
            </a:pPr>
            <a:r>
              <a:rPr lang="en-US" sz="7200" b="1" i="1" dirty="0">
                <a:solidFill>
                  <a:srgbClr val="8FD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</a:t>
            </a:r>
            <a:pPr indent="0" marL="0">
              <a:buNone/>
            </a:pPr>
            <a:r>
              <a:rPr lang="en-US" sz="7200" b="1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Keyframe</a:t>
            </a:r>
            <a:endParaRPr lang="en-US" sz="7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4290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8FD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any video into an archive of the moments worth keeping.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1605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browser-based tool that watches a video for still frames — diagram cards, slides, static panels — and captures each one automatically. No installs, no uploads, no server: everything runs on-device.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822960" y="534924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111A2B"/>
          </a:solidFill>
          <a:ln w="12700">
            <a:solidFill>
              <a:srgbClr val="22345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05840" y="5440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5943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Client-side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383280" y="534924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111A2B"/>
          </a:solidFill>
          <a:ln w="12700">
            <a:solidFill>
              <a:srgbClr val="22345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566160" y="5440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3566160" y="5943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formats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943600" y="534924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111A2B"/>
          </a:solidFill>
          <a:ln w="12700">
            <a:solidFill>
              <a:srgbClr val="22345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126480" y="5440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8" name="Text 15"/>
          <p:cNvSpPr txBox="1"/>
          <p:nvPr/>
        </p:nvSpPr>
        <p:spPr>
          <a:xfrm>
            <a:off x="6126480" y="5943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Servers required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4B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video, unreachable notes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and technical videos pack real information into static cards — diagrams, formulas, labeled panels — that sit on screen for a few seconds and then are gone. Right now, capturing them means pausing, screenshotting, cropping, and renaming, one frame at a time.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346704"/>
            <a:ext cx="128016" cy="128016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18211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Tedious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9300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pause-and-screenshot for every card in a long video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4215384"/>
            <a:ext cx="128016" cy="128016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405079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Untraceable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36168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lose their timestamp — no way back to the source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084064"/>
            <a:ext cx="128016" cy="128016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91947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Unsearchable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23036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folder of images has no text to search or reference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040880" y="1417320"/>
            <a:ext cx="4617720" cy="4892040"/>
          </a:xfrm>
          <a:prstGeom prst="roundRect">
            <a:avLst>
              <a:gd name="adj" fmla="val 1584"/>
            </a:avLst>
          </a:prstGeom>
          <a:solidFill>
            <a:srgbClr val="F3F5F8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6092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87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OLD WAY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60920" y="2148840"/>
            <a:ext cx="39776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0" y="2249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4B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909560" y="22402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the video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60920" y="2843784"/>
            <a:ext cx="39776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0" y="2944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4B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293522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screenshot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360920" y="3538728"/>
            <a:ext cx="39776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0" y="3639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4B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909560" y="36301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the frame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360920" y="4233672"/>
            <a:ext cx="39776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98080" y="4334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4B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909560" y="43251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the file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360920" y="4928616"/>
            <a:ext cx="39776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98080" y="5029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4B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909560" y="502005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every card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360920" y="5623560"/>
            <a:ext cx="39776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498080" y="5724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C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909560" y="57150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A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...for a 40-minute video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F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pipeline, entirely in your browser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960120" cy="960120"/>
          </a:xfrm>
          <a:prstGeom prst="ellipse">
            <a:avLst/>
          </a:prstGeom>
          <a:solidFill>
            <a:srgbClr val="16223A"/>
          </a:solidFill>
          <a:ln/>
        </p:spPr>
      </p:sp>
      <p:pic>
        <p:nvPicPr>
          <p:cNvPr id="5" name="Image 0" descr="/home/claude/deck/icons/fil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" y="3074670"/>
            <a:ext cx="480060" cy="4800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834640"/>
            <a:ext cx="960120" cy="960120"/>
          </a:xfrm>
          <a:prstGeom prst="ellipse">
            <a:avLst/>
          </a:prstGeom>
          <a:ln w="19050">
            <a:solidFill>
              <a:srgbClr val="22345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" y="395935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video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-45720" y="4453128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locally via the File API — never leaves the device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554480" y="3314700"/>
            <a:ext cx="1161288" cy="0"/>
          </a:xfrm>
          <a:prstGeom prst="line">
            <a:avLst/>
          </a:prstGeom>
          <a:noFill/>
          <a:ln w="19050">
            <a:solidFill>
              <a:srgbClr val="223454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2761488" y="2834640"/>
            <a:ext cx="960120" cy="960120"/>
          </a:xfrm>
          <a:prstGeom prst="ellipse">
            <a:avLst/>
          </a:prstGeom>
          <a:solidFill>
            <a:srgbClr val="16223A"/>
          </a:solidFill>
          <a:ln/>
        </p:spPr>
      </p:sp>
      <p:pic>
        <p:nvPicPr>
          <p:cNvPr id="11" name="Image 1" descr="/home/claude/deck/icons/slid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1518" y="3074670"/>
            <a:ext cx="480060" cy="48006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61488" y="2834640"/>
            <a:ext cx="960120" cy="960120"/>
          </a:xfrm>
          <a:prstGeom prst="ellipse">
            <a:avLst/>
          </a:prstGeom>
          <a:ln w="19050">
            <a:solidFill>
              <a:srgbClr val="223454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258568" y="395935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the frame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2167128" y="4453128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at a set interval against the last capture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767328" y="3314700"/>
            <a:ext cx="1161288" cy="0"/>
          </a:xfrm>
          <a:prstGeom prst="line">
            <a:avLst/>
          </a:prstGeom>
          <a:noFill/>
          <a:ln w="19050">
            <a:solidFill>
              <a:srgbClr val="223454"/>
            </a:solidFill>
            <a:prstDash val="dash"/>
          </a:ln>
        </p:spPr>
      </p:sp>
      <p:sp>
        <p:nvSpPr>
          <p:cNvPr id="16" name="Shape 12"/>
          <p:cNvSpPr/>
          <p:nvPr/>
        </p:nvSpPr>
        <p:spPr>
          <a:xfrm>
            <a:off x="4974336" y="2834640"/>
            <a:ext cx="960120" cy="960120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17" name="Image 2" descr="/home/claude/deck/icons/scisso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4366" y="3074670"/>
            <a:ext cx="480060" cy="48006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974336" y="2834640"/>
            <a:ext cx="960120" cy="960120"/>
          </a:xfrm>
          <a:prstGeom prst="ellipse">
            <a:avLst/>
          </a:prstGeom>
          <a:ln w="19050">
            <a:solidFill>
              <a:srgbClr val="8FD8FF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4471416" y="395935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stillness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4379976" y="4453128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 counts once it holds steady long enough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980176" y="3314700"/>
            <a:ext cx="1161288" cy="0"/>
          </a:xfrm>
          <a:prstGeom prst="line">
            <a:avLst/>
          </a:prstGeom>
          <a:noFill/>
          <a:ln w="19050">
            <a:solidFill>
              <a:srgbClr val="223454"/>
            </a:solidFill>
            <a:prstDash val="dash"/>
          </a:ln>
        </p:spPr>
      </p:sp>
      <p:sp>
        <p:nvSpPr>
          <p:cNvPr id="22" name="Shape 17"/>
          <p:cNvSpPr/>
          <p:nvPr/>
        </p:nvSpPr>
        <p:spPr>
          <a:xfrm>
            <a:off x="7187184" y="2834640"/>
            <a:ext cx="960120" cy="960120"/>
          </a:xfrm>
          <a:prstGeom prst="ellipse">
            <a:avLst/>
          </a:prstGeom>
          <a:solidFill>
            <a:srgbClr val="16223A"/>
          </a:solidFill>
          <a:ln/>
        </p:spPr>
      </p:sp>
      <p:pic>
        <p:nvPicPr>
          <p:cNvPr id="23" name="Image 3" descr="/home/claude/deck/icons/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7214" y="3074670"/>
            <a:ext cx="480060" cy="48006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7187184" y="2834640"/>
            <a:ext cx="960120" cy="960120"/>
          </a:xfrm>
          <a:prstGeom prst="ellipse">
            <a:avLst/>
          </a:prstGeom>
          <a:ln w="19050">
            <a:solidFill>
              <a:srgbClr val="223454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6684264" y="395935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card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6592824" y="4453128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De-duplicated against everything already found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8193024" y="3314700"/>
            <a:ext cx="1161288" cy="0"/>
          </a:xfrm>
          <a:prstGeom prst="line">
            <a:avLst/>
          </a:prstGeom>
          <a:noFill/>
          <a:ln w="19050">
            <a:solidFill>
              <a:srgbClr val="223454"/>
            </a:solidFill>
            <a:prstDash val="dash"/>
          </a:ln>
        </p:spPr>
      </p:sp>
      <p:sp>
        <p:nvSpPr>
          <p:cNvPr id="28" name="Shape 22"/>
          <p:cNvSpPr/>
          <p:nvPr/>
        </p:nvSpPr>
        <p:spPr>
          <a:xfrm>
            <a:off x="9400032" y="2834640"/>
            <a:ext cx="960120" cy="960120"/>
          </a:xfrm>
          <a:prstGeom prst="ellipse">
            <a:avLst/>
          </a:prstGeom>
          <a:solidFill>
            <a:srgbClr val="16223A"/>
          </a:solidFill>
          <a:ln/>
        </p:spPr>
      </p:sp>
      <p:pic>
        <p:nvPicPr>
          <p:cNvPr id="29" name="Image 4" descr="/home/claude/deck/icons/downloa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0062" y="3074670"/>
            <a:ext cx="480060" cy="48006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400032" y="2834640"/>
            <a:ext cx="960120" cy="960120"/>
          </a:xfrm>
          <a:prstGeom prst="ellipse">
            <a:avLst/>
          </a:prstGeom>
          <a:ln w="19050">
            <a:solidFill>
              <a:srgbClr val="223454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8897112" y="395935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8805672" y="4453128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a searchable PDF, or straight to a folder</a:t>
            </a:r>
            <a:endParaRPr lang="en-US" sz="1050" dirty="0"/>
          </a:p>
        </p:txBody>
      </p:sp>
      <p:sp>
        <p:nvSpPr>
          <p:cNvPr id="33" name="Text 26"/>
          <p:cNvSpPr txBox="1"/>
          <p:nvPr/>
        </p:nvSpPr>
        <p:spPr>
          <a:xfrm>
            <a:off x="822960" y="52120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FD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sliders — sample rate, hold time, sensitivity — tune the detector to a slow lecture-style deck or a fast-cut tutorial without touching a line of code.</a:t>
            </a:r>
            <a:endParaRPr lang="en-US" sz="1500" dirty="0"/>
          </a:p>
        </p:txBody>
      </p:sp>
      <p:sp>
        <p:nvSpPr>
          <p:cNvPr id="34" name="Text 27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4B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SET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real archival work, not just screenshots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2148840"/>
          </a:xfrm>
          <a:prstGeom prst="roundRect">
            <a:avLst>
              <a:gd name="adj" fmla="val 3830"/>
            </a:avLst>
          </a:prstGeom>
          <a:solidFill>
            <a:srgbClr val="F6F8FB"/>
          </a:solidFill>
          <a:ln w="12700">
            <a:solidFill>
              <a:srgbClr val="E7EB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92808"/>
            <a:ext cx="566928" cy="566928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6" name="Image 0" descr="/home/claude/deck/icons/slid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2034540"/>
            <a:ext cx="283464" cy="2834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5877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Tunable detection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935224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rate, hold time, and sensitivity adjust to any pacing of video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19272" y="1691640"/>
            <a:ext cx="2606040" cy="2148840"/>
          </a:xfrm>
          <a:prstGeom prst="roundRect">
            <a:avLst>
              <a:gd name="adj" fmla="val 3830"/>
            </a:avLst>
          </a:prstGeom>
          <a:solidFill>
            <a:srgbClr val="F6F8FB"/>
          </a:solidFill>
          <a:ln w="12700">
            <a:solidFill>
              <a:srgbClr val="E7EBF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20440" y="1892808"/>
            <a:ext cx="566928" cy="566928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11" name="Image 1" descr="/home/claude/deck/icons/scisso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172" y="2034540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02152" y="25877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capture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3502152" y="2935224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Scrub the video and grab any frame the auto-scan misses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89904" y="1691640"/>
            <a:ext cx="2606040" cy="2148840"/>
          </a:xfrm>
          <a:prstGeom prst="roundRect">
            <a:avLst>
              <a:gd name="adj" fmla="val 3830"/>
            </a:avLst>
          </a:prstGeom>
          <a:solidFill>
            <a:srgbClr val="F6F8FB"/>
          </a:solidFill>
          <a:ln w="12700">
            <a:solidFill>
              <a:srgbClr val="E7EBF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91072" y="1892808"/>
            <a:ext cx="566928" cy="566928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16" name="Image 2" descr="/home/claude/deck/icons/typ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2804" y="2034540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72784" y="25877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OCR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6272784" y="2935224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card's text is read locally and saved alongside the image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860536" y="1691640"/>
            <a:ext cx="2606040" cy="2148840"/>
          </a:xfrm>
          <a:prstGeom prst="roundRect">
            <a:avLst>
              <a:gd name="adj" fmla="val 3830"/>
            </a:avLst>
          </a:prstGeom>
          <a:solidFill>
            <a:srgbClr val="F6F8FB"/>
          </a:solidFill>
          <a:ln w="12700">
            <a:solidFill>
              <a:srgbClr val="E7EBF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061704" y="1892808"/>
            <a:ext cx="566928" cy="566928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21" name="Image 3" descr="/home/claude/deck/icons/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3436" y="2034540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043416" y="25877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queue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9043416" y="2935224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several videos at once; each is scanned in turn automatically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4041648"/>
            <a:ext cx="2606040" cy="2148840"/>
          </a:xfrm>
          <a:prstGeom prst="roundRect">
            <a:avLst>
              <a:gd name="adj" fmla="val 3830"/>
            </a:avLst>
          </a:prstGeom>
          <a:solidFill>
            <a:srgbClr val="F6F8FB"/>
          </a:solidFill>
          <a:ln w="12700">
            <a:solidFill>
              <a:srgbClr val="E7EBF1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49808" y="4242816"/>
            <a:ext cx="566928" cy="566928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26" name="Image 4" descr="/home/claude/deck/icons/fold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" y="4384548"/>
            <a:ext cx="283464" cy="28346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31520" y="4937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Direct-to-folder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731520" y="5285232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straight to a chosen folder as cards are found — no zip step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319272" y="4041648"/>
            <a:ext cx="2606040" cy="2148840"/>
          </a:xfrm>
          <a:prstGeom prst="roundRect">
            <a:avLst>
              <a:gd name="adj" fmla="val 3830"/>
            </a:avLst>
          </a:prstGeom>
          <a:solidFill>
            <a:srgbClr val="F6F8FB"/>
          </a:solidFill>
          <a:ln w="12700">
            <a:solidFill>
              <a:srgbClr val="E7EBF1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3520440" y="4242816"/>
            <a:ext cx="566928" cy="566928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31" name="Image 5" descr="/home/claude/deck/icons/filetex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2172" y="4384548"/>
            <a:ext cx="283464" cy="28346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502152" y="4937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</a:t>
            </a:r>
            <a:endParaRPr lang="en-US" sz="1350" dirty="0"/>
          </a:p>
        </p:txBody>
      </p:sp>
      <p:sp>
        <p:nvSpPr>
          <p:cNvPr id="33" name="Text 25"/>
          <p:cNvSpPr txBox="1"/>
          <p:nvPr/>
        </p:nvSpPr>
        <p:spPr>
          <a:xfrm>
            <a:off x="3502152" y="5285232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collection as one document, with captions and OCR text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089904" y="4041648"/>
            <a:ext cx="2606040" cy="2148840"/>
          </a:xfrm>
          <a:prstGeom prst="roundRect">
            <a:avLst>
              <a:gd name="adj" fmla="val 3830"/>
            </a:avLst>
          </a:prstGeom>
          <a:solidFill>
            <a:srgbClr val="F6F8FB"/>
          </a:solidFill>
          <a:ln w="12700">
            <a:solidFill>
              <a:srgbClr val="E7EBF1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291072" y="4242816"/>
            <a:ext cx="566928" cy="566928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36" name="Image 6" descr="/home/claude/deck/icons/gri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2804" y="4384548"/>
            <a:ext cx="283464" cy="283464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272784" y="4937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formats</a:t>
            </a:r>
            <a:endParaRPr lang="en-US" sz="1350" dirty="0"/>
          </a:p>
        </p:txBody>
      </p:sp>
      <p:sp>
        <p:nvSpPr>
          <p:cNvPr id="38" name="Text 29"/>
          <p:cNvSpPr txBox="1"/>
          <p:nvPr/>
        </p:nvSpPr>
        <p:spPr>
          <a:xfrm>
            <a:off x="6272784" y="5285232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PNG, JPEG, or WebP, each with a live compression comparison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8860536" y="4041648"/>
            <a:ext cx="2606040" cy="2148840"/>
          </a:xfrm>
          <a:prstGeom prst="roundRect">
            <a:avLst>
              <a:gd name="adj" fmla="val 3830"/>
            </a:avLst>
          </a:prstGeom>
          <a:solidFill>
            <a:srgbClr val="F6F8FB"/>
          </a:solidFill>
          <a:ln w="12700">
            <a:solidFill>
              <a:srgbClr val="E7EBF1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9061704" y="4242816"/>
            <a:ext cx="566928" cy="566928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41" name="Image 7" descr="/home/claude/deck/icons/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4384548"/>
            <a:ext cx="283464" cy="283464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9043416" y="4937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Resumable sessions</a:t>
            </a:r>
            <a:endParaRPr lang="en-US" sz="1350" dirty="0"/>
          </a:p>
        </p:txBody>
      </p:sp>
      <p:sp>
        <p:nvSpPr>
          <p:cNvPr id="43" name="Text 33"/>
          <p:cNvSpPr txBox="1"/>
          <p:nvPr/>
        </p:nvSpPr>
        <p:spPr>
          <a:xfrm>
            <a:off x="9043416" y="5285232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cards persist locally — a refresh doesn't lose the work</a:t>
            </a:r>
            <a:endParaRPr lang="en-US" sz="1050" dirty="0"/>
          </a:p>
        </p:txBody>
      </p:sp>
      <p:sp>
        <p:nvSpPr>
          <p:cNvPr id="44" name="Text 34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F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controls decide what counts as a card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11A2B"/>
          </a:solidFill>
          <a:ln w="12700">
            <a:solidFill>
              <a:srgbClr val="22345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rate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671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0.2s – 2s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114800" y="1783080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the frame is checked against the last sample. Lower catches quick cuts; higher processes faster.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99232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11A2B"/>
          </a:solidFill>
          <a:ln w="12700">
            <a:solidFill>
              <a:srgbClr val="22345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31363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time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566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0.4s – 3s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3182112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a frame must stay visually unchanged before it is treated as a settled card rather than a mid-transition frame.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398264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11A2B"/>
          </a:solidFill>
          <a:ln w="12700">
            <a:solidFill>
              <a:srgbClr val="22345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53542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965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very low – very high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4581144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different a new frame must look, on a downsampled pixel-diff, to be treated as genuinely new content.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90702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A0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card is captured only once it is new (fails a similarity check) and settled (held for the full hold time) — so mid-transition frames never make it in.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4B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GETTING YOUR CARDS OUT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leave with your collection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6F8FB"/>
          </a:solidFill>
          <a:ln w="12700">
            <a:solidFill>
              <a:srgbClr val="E7EB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20240"/>
            <a:ext cx="658368" cy="658368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6" name="Image 0" descr="/home/claude/deck/icons/f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84832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993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1C4B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FASTEST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2128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Direct-to-folder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22960" y="2953512"/>
            <a:ext cx="91440" cy="9144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51560" y="28072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each card the moment it is captured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22960" y="3794760"/>
            <a:ext cx="91440" cy="9144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051560" y="364845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zip step, no waiting at the end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22960" y="4636008"/>
            <a:ext cx="91440" cy="9144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51560" y="448970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Chromium-based browsers only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270248" y="169164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6F8FB"/>
          </a:solidFill>
          <a:ln w="12700">
            <a:solidFill>
              <a:srgbClr val="E7EBF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44568" y="1920240"/>
            <a:ext cx="658368" cy="658368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17" name="Image 1" descr="/home/claude/deck/icons/gr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084832"/>
            <a:ext cx="329184" cy="329184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367528" y="1993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1C4B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 PORTABLE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5367528" y="22128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archive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4544568" y="2953512"/>
            <a:ext cx="91440" cy="9144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773168" y="28072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PNG, JPEG, or WebP — your choice of format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544568" y="3794760"/>
            <a:ext cx="91440" cy="9144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4773168" y="364845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a manifest.md with timestamps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4544568" y="4636008"/>
            <a:ext cx="91440" cy="9144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4773168" y="448970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every browser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7991856" y="169164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6F8FB"/>
          </a:solidFill>
          <a:ln w="12700">
            <a:solidFill>
              <a:srgbClr val="E7EBF1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266176" y="1920240"/>
            <a:ext cx="658368" cy="658368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28" name="Image 2" descr="/home/claude/deck/icons/filetex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2084832"/>
            <a:ext cx="329184" cy="329184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9089136" y="1993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1C4B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 READABLE</a:t>
            </a:r>
            <a:endParaRPr lang="en-US" sz="950" dirty="0"/>
          </a:p>
        </p:txBody>
      </p:sp>
      <p:sp>
        <p:nvSpPr>
          <p:cNvPr id="30" name="Text 25"/>
          <p:cNvSpPr txBox="1"/>
          <p:nvPr/>
        </p:nvSpPr>
        <p:spPr>
          <a:xfrm>
            <a:off x="9089136" y="22128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PDF</a:t>
            </a:r>
            <a:endParaRPr lang="en-US" sz="1700" dirty="0"/>
          </a:p>
        </p:txBody>
      </p:sp>
      <p:sp>
        <p:nvSpPr>
          <p:cNvPr id="31" name="Shape 26"/>
          <p:cNvSpPr/>
          <p:nvPr/>
        </p:nvSpPr>
        <p:spPr>
          <a:xfrm>
            <a:off x="8266176" y="2953512"/>
            <a:ext cx="91440" cy="9144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8494776" y="28072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 per card, captioned and timestamped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8266176" y="3794760"/>
            <a:ext cx="91440" cy="9144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8494776" y="364845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text included beneath each image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8266176" y="4636008"/>
            <a:ext cx="91440" cy="9144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8494776" y="448970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uniform page size, never cropped</a:t>
            </a:r>
            <a:endParaRPr lang="en-US" sz="1200" dirty="0"/>
          </a:p>
        </p:txBody>
      </p:sp>
      <p:sp>
        <p:nvSpPr>
          <p:cNvPr id="37" name="Text 32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F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server. No upload. No install.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app is a single HTML file. Video decoding, frame sampling, image encoding, OCR, and PDF generation all happen with standard browser APIs — the video file is never transmitted anywhere.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669280" cy="512064"/>
          </a:xfrm>
          <a:prstGeom prst="roundRect">
            <a:avLst>
              <a:gd name="adj" fmla="val 10714"/>
            </a:avLst>
          </a:prstGeom>
          <a:solidFill>
            <a:srgbClr val="111A2B"/>
          </a:solidFill>
          <a:ln w="12700">
            <a:solidFill>
              <a:srgbClr val="22345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65176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Canvas API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880360" y="2651760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sampling &amp; pixel-diff comparison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5669280" cy="512064"/>
          </a:xfrm>
          <a:prstGeom prst="roundRect">
            <a:avLst>
              <a:gd name="adj" fmla="val 10714"/>
            </a:avLst>
          </a:prstGeom>
          <a:solidFill>
            <a:srgbClr val="111A2B"/>
          </a:solidFill>
          <a:ln w="12700">
            <a:solidFill>
              <a:srgbClr val="22345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26440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System Access API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880360" y="3264408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Direct-to-folder writes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831336"/>
            <a:ext cx="5669280" cy="512064"/>
          </a:xfrm>
          <a:prstGeom prst="roundRect">
            <a:avLst>
              <a:gd name="adj" fmla="val 10714"/>
            </a:avLst>
          </a:prstGeom>
          <a:solidFill>
            <a:srgbClr val="111A2B"/>
          </a:solidFill>
          <a:ln w="12700">
            <a:solidFill>
              <a:srgbClr val="22345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877056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IndexedDB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3877056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session persistence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443984"/>
            <a:ext cx="5669280" cy="512064"/>
          </a:xfrm>
          <a:prstGeom prst="roundRect">
            <a:avLst>
              <a:gd name="adj" fmla="val 10714"/>
            </a:avLst>
          </a:prstGeom>
          <a:solidFill>
            <a:srgbClr val="111A2B"/>
          </a:solidFill>
          <a:ln w="12700">
            <a:solidFill>
              <a:srgbClr val="22345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48970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Tesseract.js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880360" y="4489704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OCR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5056632"/>
            <a:ext cx="5669280" cy="512064"/>
          </a:xfrm>
          <a:prstGeom prst="roundRect">
            <a:avLst>
              <a:gd name="adj" fmla="val 10714"/>
            </a:avLst>
          </a:prstGeom>
          <a:solidFill>
            <a:srgbClr val="111A2B"/>
          </a:solidFill>
          <a:ln w="12700">
            <a:solidFill>
              <a:srgbClr val="22345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510235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JSZip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880360" y="5102352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archive export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5669280"/>
            <a:ext cx="5669280" cy="512064"/>
          </a:xfrm>
          <a:prstGeom prst="roundRect">
            <a:avLst>
              <a:gd name="adj" fmla="val 10714"/>
            </a:avLst>
          </a:prstGeom>
          <a:solidFill>
            <a:srgbClr val="111A2B"/>
          </a:solidFill>
          <a:ln w="12700">
            <a:solidFill>
              <a:srgbClr val="22345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571500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jsPDF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880360" y="5715000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Single-document PDF export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766560" y="1554480"/>
            <a:ext cx="4892040" cy="4480560"/>
          </a:xfrm>
          <a:prstGeom prst="roundRect">
            <a:avLst>
              <a:gd name="adj" fmla="val 2041"/>
            </a:avLst>
          </a:prstGeom>
          <a:solidFill>
            <a:srgbClr val="16223A"/>
          </a:solidFill>
          <a:ln w="12700">
            <a:solidFill>
              <a:srgbClr val="22345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0" y="1920240"/>
            <a:ext cx="1051560" cy="1051560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25" name="Image 0" descr="/home/claude/deck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9690" y="2183130"/>
            <a:ext cx="525780" cy="52578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7086600" y="320040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architecture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7178040" y="370332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8FA0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to configure, nothing to trust — there is simply no network call in the capture pipeline for a video file to travel through.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7178040" y="5029200"/>
            <a:ext cx="4251960" cy="0"/>
          </a:xfrm>
          <a:prstGeom prst="line">
            <a:avLst/>
          </a:prstGeom>
          <a:noFill/>
          <a:ln w="12700">
            <a:solidFill>
              <a:srgbClr val="223454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178040" y="516636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F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CDN-loaded libraries (JSZip, Tesseract.js, jsPDF) are the only external requests the page makes.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6400800" cy="6400800"/>
          </a:xfrm>
          <a:prstGeom prst="ellipse">
            <a:avLst/>
          </a:prstGeom>
          <a:solidFill>
            <a:srgbClr val="2F6FED">
              <a:alpha val="10000"/>
            </a:srgbClr>
          </a:solidFill>
          <a:ln/>
        </p:spPr>
      </p:sp>
      <p:pic>
        <p:nvPicPr>
          <p:cNvPr id="3" name="Image 0" descr="/home/claude/deck/assets/logo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502920"/>
            <a:ext cx="1920240" cy="20756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18288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8F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it on GitHub  ·  v1.0  ·  MIT License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22860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pPr indent="0" marL="0">
              <a:buNone/>
            </a:pPr>
            <a:r>
              <a:rPr lang="en-US" sz="5600" b="1" i="1" dirty="0">
                <a:solidFill>
                  <a:srgbClr val="8FD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</a:t>
            </a:r>
            <a:pPr indent="0" marL="0">
              <a:buNone/>
            </a:pPr>
            <a:r>
              <a:rPr lang="en-US" sz="5600" b="1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Keyframe</a:t>
            </a:r>
            <a:endParaRPr lang="en-US" sz="56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5204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FA0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HTML file. Zero installs. Your video never leaves your browser.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22960" y="4389120"/>
            <a:ext cx="502920" cy="502920"/>
          </a:xfrm>
          <a:prstGeom prst="ellipse">
            <a:avLst/>
          </a:prstGeom>
          <a:solidFill>
            <a:srgbClr val="16223A"/>
          </a:solidFill>
          <a:ln/>
        </p:spPr>
      </p:sp>
      <p:pic>
        <p:nvPicPr>
          <p:cNvPr id="8" name="Image 1" descr="/home/claude/deck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4514850"/>
            <a:ext cx="251460" cy="2514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444398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.html file in any modern browser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822960" y="5047488"/>
            <a:ext cx="502920" cy="502920"/>
          </a:xfrm>
          <a:prstGeom prst="ellipse">
            <a:avLst/>
          </a:prstGeom>
          <a:solidFill>
            <a:srgbClr val="16223A"/>
          </a:solidFill>
          <a:ln/>
        </p:spPr>
      </p:sp>
      <p:pic>
        <p:nvPicPr>
          <p:cNvPr id="11" name="Image 2" descr="/home/claude/deck/icons/fil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" y="5173218"/>
            <a:ext cx="251460" cy="2514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508760" y="51023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a video, or queue several at once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822960" y="5705856"/>
            <a:ext cx="502920" cy="502920"/>
          </a:xfrm>
          <a:prstGeom prst="ellipse">
            <a:avLst/>
          </a:prstGeom>
          <a:solidFill>
            <a:srgbClr val="16223A"/>
          </a:solidFill>
          <a:ln/>
        </p:spPr>
      </p:sp>
      <p:pic>
        <p:nvPicPr>
          <p:cNvPr id="14" name="Image 3" descr="/home/claude/deck/icons/downlo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" y="5831586"/>
            <a:ext cx="251460" cy="2514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508760" y="5760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 folder, a zip, or a single PDF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822960" y="62636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Contributions, issues, and forks welcome — free and open source, for anyone.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2026-08-28T11:06:48Z</dcterms:created>
  <dcterms:modified xsi:type="dcterms:W3CDTF">2026-08-28T11:06:48Z</dcterms:modified>
</cp:coreProperties>
</file>